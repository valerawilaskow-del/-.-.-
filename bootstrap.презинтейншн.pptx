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41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88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8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71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3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47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36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09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7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133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5294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741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019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601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323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21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26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Bootstrap</a:t>
            </a:r>
            <a:r>
              <a:rPr lang="ru-RU" dirty="0"/>
              <a:t>: быстрый старт в веб‑разработке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dirty="0" err="1" smtClean="0"/>
              <a:t>Презинтация</a:t>
            </a:r>
            <a:endParaRPr lang="ru-RU" dirty="0" smtClean="0"/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4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</a:t>
            </a:r>
            <a:r>
              <a:rPr lang="ru-RU" dirty="0" smtClean="0"/>
              <a:t>Что это такое</a:t>
            </a:r>
            <a:r>
              <a:rPr lang="en-US" dirty="0" smtClean="0"/>
              <a:t> Bootstrap</a:t>
            </a:r>
            <a:r>
              <a:rPr lang="ru-RU" dirty="0"/>
              <a:t>?</a:t>
            </a: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92925" y="2173448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ru-RU" dirty="0" err="1"/>
              <a:t>Bootstrap</a:t>
            </a:r>
            <a:r>
              <a:rPr lang="ru-RU" dirty="0"/>
              <a:t> — это </a:t>
            </a:r>
            <a:r>
              <a:rPr lang="ru-RU" b="1" dirty="0"/>
              <a:t>бесплатный CSS‑</a:t>
            </a:r>
            <a:r>
              <a:rPr lang="ru-RU" b="1" dirty="0" err="1"/>
              <a:t>фреймворк</a:t>
            </a:r>
            <a:r>
              <a:rPr lang="ru-RU" b="1" dirty="0"/>
              <a:t> с открытым исходным кодом</a:t>
            </a:r>
            <a:r>
              <a:rPr lang="ru-RU" dirty="0"/>
              <a:t> для быстрой разработки адаптивных сайтов и веб‑приложений.</a:t>
            </a:r>
          </a:p>
          <a:p>
            <a:r>
              <a:rPr lang="ru-RU" dirty="0"/>
              <a:t>Ключевые характеристики:</a:t>
            </a:r>
          </a:p>
          <a:p>
            <a:r>
              <a:rPr lang="ru-RU" dirty="0"/>
              <a:t>включает готовые CSS‑ и </a:t>
            </a:r>
            <a:r>
              <a:rPr lang="ru-RU" dirty="0" err="1"/>
              <a:t>JavaScript</a:t>
            </a:r>
            <a:r>
              <a:rPr lang="ru-RU" dirty="0"/>
              <a:t>‑компоненты;</a:t>
            </a:r>
          </a:p>
          <a:p>
            <a:r>
              <a:rPr lang="ru-RU" dirty="0"/>
              <a:t>обеспечивает адаптивный дизайн «из коробки»;</a:t>
            </a:r>
          </a:p>
          <a:p>
            <a:r>
              <a:rPr lang="ru-RU" dirty="0"/>
              <a:t>стандартизирует внешний вид элементов интерфейса;</a:t>
            </a:r>
          </a:p>
          <a:p>
            <a:r>
              <a:rPr lang="ru-RU" dirty="0"/>
              <a:t>экономит время разработки.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423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Краткая </a:t>
            </a:r>
            <a:r>
              <a:rPr lang="ru-RU" dirty="0" smtClean="0"/>
              <a:t>история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ru-RU" dirty="0" smtClean="0"/>
              <a:t>оздан</a:t>
            </a:r>
            <a:r>
              <a:rPr lang="ru-RU" dirty="0"/>
              <a:t> в </a:t>
            </a:r>
            <a:r>
              <a:rPr lang="ru-RU" b="1" dirty="0"/>
              <a:t>2011 году</a:t>
            </a:r>
            <a:r>
              <a:rPr lang="ru-RU" dirty="0"/>
              <a:t> разработчиками </a:t>
            </a:r>
            <a:r>
              <a:rPr lang="ru-RU" dirty="0" err="1"/>
              <a:t>Twitter</a:t>
            </a:r>
            <a:r>
              <a:rPr lang="ru-RU" dirty="0"/>
              <a:t> (изначально назывался </a:t>
            </a:r>
            <a:r>
              <a:rPr lang="ru-RU" dirty="0" err="1"/>
              <a:t>Twitter</a:t>
            </a:r>
            <a:r>
              <a:rPr lang="ru-RU" dirty="0"/>
              <a:t> </a:t>
            </a:r>
            <a:r>
              <a:rPr lang="ru-RU" dirty="0" err="1"/>
              <a:t>Blueprint</a:t>
            </a:r>
            <a:r>
              <a:rPr lang="ru-RU" dirty="0"/>
              <a:t>);</a:t>
            </a:r>
          </a:p>
          <a:p>
            <a:r>
              <a:rPr lang="ru-RU" dirty="0"/>
              <a:t>с 2013 года — проект с открытым исходным кодом;</a:t>
            </a:r>
          </a:p>
          <a:p>
            <a:r>
              <a:rPr lang="ru-RU" dirty="0"/>
              <a:t>р</a:t>
            </a:r>
            <a:r>
              <a:rPr lang="ru-RU" dirty="0" smtClean="0"/>
              <a:t>егулярные</a:t>
            </a:r>
            <a:r>
              <a:rPr lang="ru-RU" dirty="0"/>
              <a:t> обновления: версии 3, 4, 5 (актуальная);</a:t>
            </a:r>
          </a:p>
          <a:p>
            <a:r>
              <a:rPr lang="ru-RU" dirty="0"/>
              <a:t>о</a:t>
            </a:r>
            <a:r>
              <a:rPr lang="ru-RU" dirty="0" smtClean="0"/>
              <a:t>громная</a:t>
            </a:r>
            <a:r>
              <a:rPr lang="ru-RU" dirty="0"/>
              <a:t> популярность: один из самых используемых </a:t>
            </a:r>
            <a:r>
              <a:rPr lang="ru-RU" dirty="0" err="1"/>
              <a:t>фронтенд‑фреймворков</a:t>
            </a:r>
            <a:r>
              <a:rPr lang="ru-RU" dirty="0"/>
              <a:t> в мире.</a:t>
            </a:r>
          </a:p>
        </p:txBody>
      </p:sp>
    </p:spTree>
    <p:extLst>
      <p:ext uri="{BB962C8B-B14F-4D97-AF65-F5344CB8AC3E}">
        <p14:creationId xmlns:p14="http://schemas.microsoft.com/office/powerpoint/2010/main" val="390870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Что даёт </a:t>
            </a:r>
            <a:r>
              <a:rPr lang="en-US" dirty="0" smtClean="0"/>
              <a:t>Bootstrap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Сетка (</a:t>
            </a:r>
            <a:r>
              <a:rPr lang="ru-RU" b="1" dirty="0" err="1"/>
              <a:t>Grid</a:t>
            </a:r>
            <a:r>
              <a:rPr lang="ru-RU" b="1" dirty="0"/>
              <a:t> </a:t>
            </a:r>
            <a:r>
              <a:rPr lang="ru-RU" b="1" dirty="0" err="1"/>
              <a:t>System</a:t>
            </a:r>
            <a:r>
              <a:rPr lang="ru-RU" b="1" dirty="0"/>
              <a:t>)</a:t>
            </a:r>
            <a:r>
              <a:rPr lang="ru-RU" dirty="0"/>
              <a:t> — гибкая система колонок для адаптивной вёрстки;</a:t>
            </a:r>
          </a:p>
          <a:p>
            <a:r>
              <a:rPr lang="ru-RU" b="1" dirty="0"/>
              <a:t>Готовые компоненты</a:t>
            </a:r>
            <a:r>
              <a:rPr lang="ru-RU" dirty="0"/>
              <a:t> — кнопки, формы, навигационные панели, карточки и т. д.;</a:t>
            </a:r>
          </a:p>
          <a:p>
            <a:r>
              <a:rPr lang="ru-RU" b="1" dirty="0"/>
              <a:t>Адаптивность</a:t>
            </a:r>
            <a:r>
              <a:rPr lang="ru-RU" dirty="0"/>
              <a:t> — автоматическое </a:t>
            </a:r>
            <a:r>
              <a:rPr lang="ru-RU" dirty="0" err="1"/>
              <a:t>подстраивание</a:t>
            </a:r>
            <a:r>
              <a:rPr lang="ru-RU" dirty="0"/>
              <a:t> под разные устройства;</a:t>
            </a:r>
          </a:p>
          <a:p>
            <a:r>
              <a:rPr lang="ru-RU" b="1" dirty="0" err="1"/>
              <a:t>Кастомизация</a:t>
            </a:r>
            <a:r>
              <a:rPr lang="ru-RU" dirty="0"/>
              <a:t> — возможность менять цвета, шрифты, отступы;</a:t>
            </a:r>
          </a:p>
          <a:p>
            <a:r>
              <a:rPr lang="ru-RU" b="1" dirty="0"/>
              <a:t>Совместимость</a:t>
            </a:r>
            <a:r>
              <a:rPr lang="ru-RU" dirty="0"/>
              <a:t> — работает во всех современных браузерах;</a:t>
            </a:r>
          </a:p>
          <a:p>
            <a:r>
              <a:rPr lang="ru-RU" b="1" dirty="0"/>
              <a:t>Документация</a:t>
            </a:r>
            <a:r>
              <a:rPr lang="ru-RU" dirty="0"/>
              <a:t> — подробная и понятная официальная справка.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9413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Подключение </a:t>
            </a:r>
            <a:r>
              <a:rPr lang="en-US" dirty="0"/>
              <a:t>Bootstrap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CDN</a:t>
            </a:r>
            <a:r>
              <a:rPr lang="ru-RU" dirty="0"/>
              <a:t> (самый простой): добавить ссылки на CSS и JS </a:t>
            </a:r>
            <a:r>
              <a:rPr lang="ru-RU" dirty="0" smtClean="0"/>
              <a:t>в</a:t>
            </a:r>
            <a:r>
              <a:rPr lang="en-US" dirty="0" smtClean="0"/>
              <a:t> &lt;Head&gt;</a:t>
            </a:r>
            <a:r>
              <a:rPr lang="ru-RU" dirty="0"/>
              <a:t> страницы</a:t>
            </a:r>
            <a:r>
              <a:rPr lang="ru-RU" dirty="0" smtClean="0"/>
              <a:t>.</a:t>
            </a:r>
          </a:p>
          <a:p>
            <a:r>
              <a:rPr lang="ru-RU" b="1" dirty="0"/>
              <a:t>Загрузка файлов</a:t>
            </a:r>
            <a:r>
              <a:rPr lang="ru-RU" dirty="0"/>
              <a:t>: скачать с официального сайта и подключить локально.</a:t>
            </a:r>
          </a:p>
          <a:p>
            <a:r>
              <a:rPr lang="ru-RU" b="1" dirty="0"/>
              <a:t>Пакетный менеджер</a:t>
            </a:r>
            <a:r>
              <a:rPr lang="ru-RU" dirty="0"/>
              <a:t> (</a:t>
            </a:r>
            <a:r>
              <a:rPr lang="ru-RU" dirty="0" err="1"/>
              <a:t>npm</a:t>
            </a:r>
            <a:r>
              <a:rPr lang="ru-RU" dirty="0"/>
              <a:t>, </a:t>
            </a:r>
            <a:r>
              <a:rPr lang="ru-RU" dirty="0" err="1"/>
              <a:t>yarn</a:t>
            </a:r>
            <a:r>
              <a:rPr lang="ru-RU" dirty="0"/>
              <a:t>): для сложных проектов.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65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 сделать дизайн уникальным?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Переменные </a:t>
            </a:r>
            <a:r>
              <a:rPr lang="ru-RU" b="1" dirty="0" err="1"/>
              <a:t>Sass</a:t>
            </a:r>
            <a:r>
              <a:rPr lang="ru-RU" dirty="0"/>
              <a:t> — изменение цветов, шрифтов, отступов в исходном коде;</a:t>
            </a:r>
          </a:p>
          <a:p>
            <a:r>
              <a:rPr lang="ru-RU" b="1" dirty="0"/>
              <a:t>Собственные CSS‑правила</a:t>
            </a:r>
            <a:r>
              <a:rPr lang="ru-RU" dirty="0"/>
              <a:t> — переопределение стилей </a:t>
            </a:r>
            <a:r>
              <a:rPr lang="ru-RU" dirty="0" err="1"/>
              <a:t>Bootstrap</a:t>
            </a:r>
            <a:r>
              <a:rPr lang="ru-RU" dirty="0"/>
              <a:t>;</a:t>
            </a:r>
          </a:p>
          <a:p>
            <a:r>
              <a:rPr lang="ru-RU" b="1" dirty="0"/>
              <a:t>Готовые темы</a:t>
            </a:r>
            <a:r>
              <a:rPr lang="ru-RU" dirty="0"/>
              <a:t> — платные и бесплатные шаблоны на основе </a:t>
            </a:r>
            <a:r>
              <a:rPr lang="ru-RU" dirty="0" err="1"/>
              <a:t>Bootstrap</a:t>
            </a:r>
            <a:r>
              <a:rPr lang="ru-RU" dirty="0"/>
              <a:t> (например, на </a:t>
            </a:r>
            <a:r>
              <a:rPr lang="ru-RU" dirty="0" err="1"/>
              <a:t>ThemeForest</a:t>
            </a:r>
            <a:r>
              <a:rPr lang="ru-RU" dirty="0"/>
              <a:t>);</a:t>
            </a:r>
          </a:p>
          <a:p>
            <a:r>
              <a:rPr lang="ru-RU" b="1" dirty="0"/>
              <a:t>Конструктор тем</a:t>
            </a:r>
            <a:r>
              <a:rPr lang="ru-RU" dirty="0"/>
              <a:t> — онлайн‑инструменты для визуальной настройки.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31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 выбирают </a:t>
            </a:r>
            <a:r>
              <a:rPr lang="en-US" dirty="0"/>
              <a:t>Bootstrap?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Скорость разработки</a:t>
            </a:r>
            <a:r>
              <a:rPr lang="ru-RU" dirty="0"/>
              <a:t> — не нужно писать стили с нуля;</a:t>
            </a:r>
          </a:p>
          <a:p>
            <a:r>
              <a:rPr lang="ru-RU" b="1" dirty="0"/>
              <a:t>Адаптивность «из коробки»</a:t>
            </a:r>
            <a:r>
              <a:rPr lang="ru-RU" dirty="0"/>
              <a:t> — сайт корректно отображается на всех устройствах;</a:t>
            </a:r>
          </a:p>
          <a:p>
            <a:r>
              <a:rPr lang="ru-RU" b="1" dirty="0"/>
              <a:t>Согласованность</a:t>
            </a:r>
            <a:r>
              <a:rPr lang="ru-RU" dirty="0"/>
              <a:t> — единый стиль всех элементов;</a:t>
            </a:r>
          </a:p>
          <a:p>
            <a:r>
              <a:rPr lang="ru-RU" b="1" dirty="0"/>
              <a:t>Поддержка сообщества</a:t>
            </a:r>
            <a:r>
              <a:rPr lang="ru-RU" dirty="0"/>
              <a:t> — тысячи плагинов, тем, примеров кода;</a:t>
            </a:r>
          </a:p>
          <a:p>
            <a:r>
              <a:rPr lang="ru-RU" b="1" dirty="0"/>
              <a:t>Хорошая документация</a:t>
            </a:r>
            <a:r>
              <a:rPr lang="ru-RU" dirty="0"/>
              <a:t> — официальная справка на английском и русском;</a:t>
            </a:r>
          </a:p>
          <a:p>
            <a:r>
              <a:rPr lang="ru-RU" b="1" dirty="0"/>
              <a:t>Бесплатный</a:t>
            </a:r>
            <a:r>
              <a:rPr lang="ru-RU" dirty="0"/>
              <a:t> — открытый исходный код, нет лицензионных ограничений.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027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 что обратить внимание?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Типичный вид</a:t>
            </a:r>
            <a:r>
              <a:rPr lang="ru-RU" dirty="0"/>
              <a:t> — многие сайты выглядят похоже, если не </a:t>
            </a:r>
            <a:r>
              <a:rPr lang="ru-RU" dirty="0" err="1"/>
              <a:t>кастомизировать</a:t>
            </a:r>
            <a:r>
              <a:rPr lang="ru-RU" dirty="0"/>
              <a:t>;</a:t>
            </a:r>
          </a:p>
          <a:p>
            <a:r>
              <a:rPr lang="ru-RU" b="1" dirty="0"/>
              <a:t>Избыточность</a:t>
            </a:r>
            <a:r>
              <a:rPr lang="ru-RU" dirty="0"/>
              <a:t> — подключаются все компоненты, даже если нужны не все (увеличение размера страницы);</a:t>
            </a:r>
          </a:p>
          <a:p>
            <a:r>
              <a:rPr lang="ru-RU" b="1" dirty="0"/>
              <a:t>Зависимость от </a:t>
            </a:r>
            <a:r>
              <a:rPr lang="ru-RU" b="1" dirty="0" err="1"/>
              <a:t>фреймворка</a:t>
            </a:r>
            <a:r>
              <a:rPr lang="ru-RU" dirty="0"/>
              <a:t> — сложнее перейти на другой инструмент;</a:t>
            </a:r>
          </a:p>
          <a:p>
            <a:r>
              <a:rPr lang="ru-RU" b="1" dirty="0"/>
              <a:t>Ограниченная гибкость</a:t>
            </a:r>
            <a:r>
              <a:rPr lang="ru-RU" dirty="0"/>
              <a:t> — для очень нестандартных дизайнов может потребоваться много правок.</a:t>
            </a:r>
          </a:p>
          <a:p>
            <a:r>
              <a:rPr lang="ru-RU" b="1" dirty="0"/>
              <a:t>Совет:</a:t>
            </a:r>
            <a:r>
              <a:rPr lang="ru-RU" dirty="0"/>
              <a:t> используйте </a:t>
            </a:r>
            <a:r>
              <a:rPr lang="ru-RU" dirty="0" err="1"/>
              <a:t>Bootstrap</a:t>
            </a:r>
            <a:r>
              <a:rPr lang="ru-RU" dirty="0"/>
              <a:t> для типовых задач, а для уникальных проектов — чистый CSS/JS или другие </a:t>
            </a:r>
            <a:r>
              <a:rPr lang="ru-RU" dirty="0" err="1"/>
              <a:t>фреймворки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1231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 используется </a:t>
            </a:r>
            <a:r>
              <a:rPr lang="en-US" dirty="0"/>
              <a:t>Bootstrap?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стартапы</a:t>
            </a:r>
            <a:r>
              <a:rPr lang="ru-RU" dirty="0"/>
              <a:t> и небольшие бизнесы — </a:t>
            </a:r>
            <a:r>
              <a:rPr lang="ru-RU" dirty="0" err="1"/>
              <a:t>лендинги</a:t>
            </a:r>
            <a:r>
              <a:rPr lang="ru-RU" dirty="0"/>
              <a:t>, корпоративные сайты;</a:t>
            </a:r>
          </a:p>
          <a:p>
            <a:r>
              <a:rPr lang="ru-RU" dirty="0"/>
              <a:t>внутренние инструменты и панели управления (</a:t>
            </a:r>
            <a:r>
              <a:rPr lang="ru-RU" dirty="0" err="1"/>
              <a:t>админки</a:t>
            </a:r>
            <a:r>
              <a:rPr lang="ru-RU" dirty="0"/>
              <a:t>);</a:t>
            </a:r>
          </a:p>
          <a:p>
            <a:r>
              <a:rPr lang="ru-RU" dirty="0"/>
              <a:t>прототипы и MVP (минимально жизнеспособные продукты);</a:t>
            </a:r>
          </a:p>
          <a:p>
            <a:r>
              <a:rPr lang="ru-RU" dirty="0"/>
              <a:t>образовательные платформы и блоги;</a:t>
            </a:r>
          </a:p>
          <a:p>
            <a:r>
              <a:rPr lang="ru-RU" dirty="0"/>
              <a:t>крупные компании — для отдельных разделов или внутренних проектов.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850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 </a:t>
            </a:r>
            <a:r>
              <a:rPr lang="ru-RU" dirty="0"/>
              <a:t>сегодня и завтра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Bootstrap</a:t>
            </a:r>
            <a:r>
              <a:rPr lang="ru-RU" b="1" dirty="0"/>
              <a:t> 5</a:t>
            </a:r>
            <a:r>
              <a:rPr lang="ru-RU" dirty="0"/>
              <a:t> — актуальная версия без </a:t>
            </a:r>
            <a:r>
              <a:rPr lang="ru-RU" dirty="0" err="1"/>
              <a:t>jQuery</a:t>
            </a:r>
            <a:r>
              <a:rPr lang="ru-RU" dirty="0"/>
              <a:t>, улучшенная доступность (a11y), новые компоненты;</a:t>
            </a:r>
          </a:p>
          <a:p>
            <a:r>
              <a:rPr lang="ru-RU" b="1" dirty="0"/>
              <a:t>Альтернативы:</a:t>
            </a:r>
            <a:endParaRPr lang="ru-RU" dirty="0"/>
          </a:p>
          <a:p>
            <a:pPr lvl="1"/>
            <a:r>
              <a:rPr lang="ru-RU" b="1" dirty="0" err="1"/>
              <a:t>Tailwind</a:t>
            </a:r>
            <a:r>
              <a:rPr lang="ru-RU" b="1" dirty="0"/>
              <a:t> CSS</a:t>
            </a:r>
            <a:r>
              <a:rPr lang="ru-RU" dirty="0"/>
              <a:t> — утилитарный подход, больше гибкости;</a:t>
            </a:r>
          </a:p>
          <a:p>
            <a:pPr lvl="1"/>
            <a:r>
              <a:rPr lang="ru-RU" b="1" dirty="0" err="1"/>
              <a:t>Foundation</a:t>
            </a:r>
            <a:r>
              <a:rPr lang="ru-RU" dirty="0"/>
              <a:t> — мощный </a:t>
            </a:r>
            <a:r>
              <a:rPr lang="ru-RU" dirty="0" err="1"/>
              <a:t>фреймворк</a:t>
            </a:r>
            <a:r>
              <a:rPr lang="ru-RU" dirty="0"/>
              <a:t> от ZURB;</a:t>
            </a:r>
          </a:p>
          <a:p>
            <a:pPr lvl="1"/>
            <a:r>
              <a:rPr lang="ru-RU" b="1" dirty="0" err="1"/>
              <a:t>Bulma</a:t>
            </a:r>
            <a:r>
              <a:rPr lang="ru-RU" dirty="0"/>
              <a:t> — лёгкий </a:t>
            </a:r>
            <a:r>
              <a:rPr lang="ru-RU" dirty="0" err="1"/>
              <a:t>фреймворк</a:t>
            </a:r>
            <a:r>
              <a:rPr lang="ru-RU" dirty="0"/>
              <a:t> на </a:t>
            </a:r>
            <a:r>
              <a:rPr lang="ru-RU" dirty="0" err="1"/>
              <a:t>Flexbox</a:t>
            </a:r>
            <a:r>
              <a:rPr lang="ru-RU" dirty="0"/>
              <a:t>;</a:t>
            </a:r>
          </a:p>
          <a:p>
            <a:pPr lvl="1"/>
            <a:r>
              <a:rPr lang="ru-RU" b="1" dirty="0"/>
              <a:t>Чистый CSS/JS</a:t>
            </a:r>
            <a:r>
              <a:rPr lang="ru-RU" dirty="0"/>
              <a:t> — для максимальной </a:t>
            </a:r>
            <a:r>
              <a:rPr lang="ru-RU" dirty="0" err="1"/>
              <a:t>кастомизации</a:t>
            </a:r>
            <a:r>
              <a:rPr lang="ru-RU" dirty="0"/>
              <a:t>.</a:t>
            </a:r>
          </a:p>
          <a:p>
            <a:r>
              <a:rPr lang="ru-RU" b="1" dirty="0"/>
              <a:t>Вывод:</a:t>
            </a:r>
            <a:r>
              <a:rPr lang="ru-RU" dirty="0"/>
              <a:t> </a:t>
            </a:r>
            <a:r>
              <a:rPr lang="ru-RU" dirty="0" err="1"/>
              <a:t>Bootstrap</a:t>
            </a:r>
            <a:r>
              <a:rPr lang="ru-RU" dirty="0"/>
              <a:t> остаётся отличным выбором для быстрого старта, но выбор инструмента зависит от задачи.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надёжный инструмент для быстрой вёрстки адаптивных сайтов;</a:t>
            </a:r>
          </a:p>
          <a:p>
            <a:r>
              <a:rPr lang="ru-RU" dirty="0"/>
              <a:t>богатый набор готовых компонентов и стилей;</a:t>
            </a:r>
          </a:p>
          <a:p>
            <a:r>
              <a:rPr lang="ru-RU" dirty="0"/>
              <a:t>отличное решение для прототипов, </a:t>
            </a:r>
            <a:r>
              <a:rPr lang="ru-RU" dirty="0" err="1"/>
              <a:t>лендингов</a:t>
            </a:r>
            <a:r>
              <a:rPr lang="ru-RU" dirty="0"/>
              <a:t> и типовых проектов;</a:t>
            </a:r>
          </a:p>
          <a:p>
            <a:r>
              <a:rPr lang="ru-RU" dirty="0"/>
              <a:t>требует </a:t>
            </a:r>
            <a:r>
              <a:rPr lang="ru-RU" dirty="0" err="1"/>
              <a:t>кастомизации</a:t>
            </a:r>
            <a:r>
              <a:rPr lang="ru-RU" dirty="0"/>
              <a:t> для создания уникального дизайна.</a:t>
            </a:r>
          </a:p>
          <a:p>
            <a:r>
              <a:rPr lang="ru-RU" b="1" dirty="0"/>
              <a:t>Призыв к действию:</a:t>
            </a:r>
            <a:r>
              <a:rPr lang="ru-RU" dirty="0"/>
              <a:t> попробуйте создать простую страницу с </a:t>
            </a:r>
            <a:r>
              <a:rPr lang="ru-RU" dirty="0" err="1"/>
              <a:t>Bootstrap</a:t>
            </a:r>
            <a:r>
              <a:rPr lang="ru-RU" dirty="0"/>
              <a:t> — это займёт всего несколько часов!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0672975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17</TotalTime>
  <Words>19</Words>
  <Application>Microsoft Office PowerPoint</Application>
  <PresentationFormat>Широкоэкранный</PresentationFormat>
  <Paragraphs>63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Берлин</vt:lpstr>
      <vt:lpstr>Bootstrap: быстрый старт в веб‑разработке</vt:lpstr>
      <vt:lpstr> Что это такое Bootstrap? </vt:lpstr>
      <vt:lpstr> Краткая история</vt:lpstr>
      <vt:lpstr> Что даёт Bootstrap?</vt:lpstr>
      <vt:lpstr> Подключение Bootstrap.</vt:lpstr>
      <vt:lpstr>Как сделать дизайн уникальным?</vt:lpstr>
      <vt:lpstr>Почему выбирают Bootstrap?</vt:lpstr>
      <vt:lpstr>На что обратить внимание?</vt:lpstr>
      <vt:lpstr>Где используется Bootstrap?</vt:lpstr>
      <vt:lpstr>Bootstrap сегодня и завтра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Bootstrap: быстрый старт в веб‑разработке</dc:title>
  <dc:creator>9231 kopr</dc:creator>
  <cp:lastModifiedBy>9231 kopr</cp:lastModifiedBy>
  <cp:revision>6</cp:revision>
  <dcterms:created xsi:type="dcterms:W3CDTF">2026-05-05T03:54:38Z</dcterms:created>
  <dcterms:modified xsi:type="dcterms:W3CDTF">2026-05-05T07:31:37Z</dcterms:modified>
</cp:coreProperties>
</file>